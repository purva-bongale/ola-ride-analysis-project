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05-12-2024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3.png"/><Relationship Id="rId3" Type="http://schemas.openxmlformats.org/officeDocument/2006/relationships/image" Target="../media/image16.svg"/><Relationship Id="rId21" Type="http://schemas.openxmlformats.org/officeDocument/2006/relationships/image" Target="../media/image26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22.png"/><Relationship Id="rId2" Type="http://schemas.openxmlformats.org/officeDocument/2006/relationships/image" Target="../media/image15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18.svg"/><Relationship Id="rId15" Type="http://schemas.openxmlformats.org/officeDocument/2006/relationships/image" Target="../media/image20.png"/><Relationship Id="rId10" Type="http://schemas.openxmlformats.org/officeDocument/2006/relationships/image" Target="../media/image10.png"/><Relationship Id="rId19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image" Target="../media/image9.sv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6.svg"/><Relationship Id="rId7" Type="http://schemas.openxmlformats.org/officeDocument/2006/relationships/image" Target="../media/image28.svg"/><Relationship Id="rId12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3.png"/><Relationship Id="rId3" Type="http://schemas.openxmlformats.org/officeDocument/2006/relationships/image" Target="../media/image16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31.svg"/><Relationship Id="rId1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4.png"/><Relationship Id="rId3" Type="http://schemas.openxmlformats.org/officeDocument/2006/relationships/image" Target="../media/image16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23.png"/><Relationship Id="rId2" Type="http://schemas.openxmlformats.org/officeDocument/2006/relationships/image" Target="../media/image15.png"/><Relationship Id="rId16" Type="http://schemas.openxmlformats.org/officeDocument/2006/relationships/image" Target="../media/image2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4.svg"/><Relationship Id="rId5" Type="http://schemas.openxmlformats.org/officeDocument/2006/relationships/image" Target="../media/image5.svg"/><Relationship Id="rId15" Type="http://schemas.openxmlformats.org/officeDocument/2006/relationships/image" Target="../media/image20.png"/><Relationship Id="rId10" Type="http://schemas.openxmlformats.org/officeDocument/2006/relationships/image" Target="../media/image33.png"/><Relationship Id="rId19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ABF5E-C86E-A2B6-F234-EA036E044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965243-4AA9-600A-83FA-310E7CD76512}"/>
              </a:ext>
            </a:extLst>
          </p:cNvPr>
          <p:cNvSpPr txBox="1"/>
          <p:nvPr/>
        </p:nvSpPr>
        <p:spPr>
          <a:xfrm>
            <a:off x="374756" y="5891135"/>
            <a:ext cx="3462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72 Black" panose="020B0A04030603020204" pitchFamily="34" charset="0"/>
                <a:cs typeface="72 Black" panose="020B0A04030603020204" pitchFamily="34" charset="0"/>
              </a:rPr>
              <a:t>OLA RIDE PROJECT</a:t>
            </a:r>
          </a:p>
          <a:p>
            <a:r>
              <a:rPr lang="en-IN" b="1" dirty="0">
                <a:latin typeface="72 Black" panose="020B0A04030603020204" pitchFamily="34" charset="0"/>
                <a:cs typeface="72 Black" panose="020B0A04030603020204" pitchFamily="34" charset="0"/>
              </a:rPr>
              <a:t>Presented by Tanvi Sable</a:t>
            </a:r>
          </a:p>
        </p:txBody>
      </p:sp>
    </p:spTree>
    <p:extLst>
      <p:ext uri="{BB962C8B-B14F-4D97-AF65-F5344CB8AC3E}">
        <p14:creationId xmlns:p14="http://schemas.microsoft.com/office/powerpoint/2010/main" val="206743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BFC5C9-3862-4B57-2993-9E544F8514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4" y="0"/>
            <a:ext cx="9119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E99426-B636-DB82-88A8-A7672DA335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4" y="-15988"/>
            <a:ext cx="9119016" cy="694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F60C76-153F-EEE1-BA7F-6ADD9FE9E9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3" y="0"/>
            <a:ext cx="9119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924FD4-9B7B-A74B-9A95-AEEBEB4631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020" y="-70303"/>
            <a:ext cx="9480935" cy="714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64841EF-9ED1-099E-4AEC-3F46A9D0F3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3" y="-19171"/>
            <a:ext cx="9162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95FFF9-0A92-F297-B3E2-6C28F0915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8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82</Words>
  <Application>Microsoft Office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72 Black</vt:lpstr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Tanvi Sable</cp:lastModifiedBy>
  <cp:revision>8</cp:revision>
  <dcterms:created xsi:type="dcterms:W3CDTF">2024-10-05T18:58:27Z</dcterms:created>
  <dcterms:modified xsi:type="dcterms:W3CDTF">2024-12-05T07:12:17Z</dcterms:modified>
</cp:coreProperties>
</file>